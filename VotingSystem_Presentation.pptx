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72" r:id="rId10"/>
    <p:sldId id="263" r:id="rId11"/>
    <p:sldId id="271" r:id="rId12"/>
    <p:sldId id="264" r:id="rId13"/>
    <p:sldId id="273" r:id="rId14"/>
    <p:sldId id="278" r:id="rId15"/>
    <p:sldId id="265" r:id="rId16"/>
    <p:sldId id="274" r:id="rId17"/>
    <p:sldId id="266" r:id="rId18"/>
    <p:sldId id="275" r:id="rId19"/>
    <p:sldId id="267" r:id="rId20"/>
    <p:sldId id="276" r:id="rId21"/>
    <p:sldId id="268" r:id="rId22"/>
    <p:sldId id="280" r:id="rId23"/>
    <p:sldId id="269" r:id="rId24"/>
    <p:sldId id="270" r:id="rId25"/>
    <p:sldId id="277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616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3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73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73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7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7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1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91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6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1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0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037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6492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77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42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6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77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25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111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Voting System Project (C Language)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92819" y="4528915"/>
            <a:ext cx="6980663" cy="1288287"/>
          </a:xfrm>
        </p:spPr>
        <p:txBody>
          <a:bodyPr/>
          <a:lstStyle/>
          <a:p>
            <a:r>
              <a:rPr dirty="0"/>
              <a:t>Detailed Explanation | File Handling | </a:t>
            </a:r>
            <a:endParaRPr lang="en-US" dirty="0"/>
          </a:p>
          <a:p>
            <a:r>
              <a:rPr dirty="0"/>
              <a:t>Admin &amp; User Panels</a:t>
            </a:r>
          </a:p>
        </p:txBody>
      </p:sp>
      <p:sp>
        <p:nvSpPr>
          <p:cNvPr id="6" name="AutoShape 2" descr="Online Election: The Future of Voting - Right2Vote">
            <a:extLst>
              <a:ext uri="{FF2B5EF4-FFF2-40B4-BE49-F238E27FC236}">
                <a16:creationId xmlns:a16="http://schemas.microsoft.com/office/drawing/2014/main" id="{96BADDDD-3DE4-9D20-10C6-3DADC6DA59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41034" y="365724"/>
            <a:ext cx="6266985" cy="626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Blockchain Technology for Secure Voting System - Rejolut">
            <a:extLst>
              <a:ext uri="{FF2B5EF4-FFF2-40B4-BE49-F238E27FC236}">
                <a16:creationId xmlns:a16="http://schemas.microsoft.com/office/drawing/2014/main" id="{19E09895-DBF0-B114-0577-481625372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064" y="2598834"/>
            <a:ext cx="2324936" cy="164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-Voting Images – Browse 9,978 Stock Photos, Vectors, and Video | Adobe  Stock">
            <a:extLst>
              <a:ext uri="{FF2B5EF4-FFF2-40B4-BE49-F238E27FC236}">
                <a16:creationId xmlns:a16="http://schemas.microsoft.com/office/drawing/2014/main" id="{975F08BB-8D70-6D9E-804B-44D9AF008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41" y="116452"/>
            <a:ext cx="7293034" cy="21951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614FBB-F589-6B7C-4D8A-23753DC73500}"/>
              </a:ext>
            </a:extLst>
          </p:cNvPr>
          <p:cNvSpPr txBox="1"/>
          <p:nvPr/>
        </p:nvSpPr>
        <p:spPr>
          <a:xfrm>
            <a:off x="6102431" y="5472364"/>
            <a:ext cx="4814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BY:</a:t>
            </a:r>
            <a:br>
              <a:rPr lang="en-US" b="1" i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</a:br>
            <a:r>
              <a:rPr lang="en-US" b="1" i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Mr. Waleed Ahmed</a:t>
            </a:r>
          </a:p>
          <a:p>
            <a:r>
              <a:rPr lang="en-US" b="1" i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Mr. Arqam Shariq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is a complete voting system developed in C language.</a:t>
            </a:r>
          </a:p>
          <a:p>
            <a:r>
              <a:rPr dirty="0"/>
              <a:t>Uses file handling to permanently store</a:t>
            </a:r>
            <a:r>
              <a:rPr lang="en-US" dirty="0"/>
              <a:t> candidate names.</a:t>
            </a:r>
            <a:endParaRPr dirty="0"/>
          </a:p>
          <a:p>
            <a:r>
              <a:rPr dirty="0"/>
              <a:t>Ensures each CNIC votes only once</a:t>
            </a:r>
          </a:p>
          <a:p>
            <a:r>
              <a:rPr dirty="0"/>
              <a:t>Admin and User modules included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E5EB337E-A20F-82FD-A2CD-7549C5583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1. Admin Panel</a:t>
            </a:r>
            <a:r>
              <a:rPr lang="en-US" dirty="0"/>
              <a:t> (Add / Delete Candidate)</a:t>
            </a:r>
            <a:endParaRPr dirty="0"/>
          </a:p>
          <a:p>
            <a:r>
              <a:rPr dirty="0"/>
              <a:t>2. User Panel</a:t>
            </a:r>
            <a:r>
              <a:rPr lang="en-US" dirty="0"/>
              <a:t> (Vote / View)</a:t>
            </a:r>
            <a:endParaRPr dirty="0"/>
          </a:p>
          <a:p>
            <a:r>
              <a:rPr dirty="0"/>
              <a:t>3. File Management System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77CF2CD7-7F1F-5F81-CCB2-32B8F299D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Panel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✔ Add Candidate</a:t>
            </a:r>
          </a:p>
          <a:p>
            <a:r>
              <a:t>✔ Delete Candidate</a:t>
            </a:r>
          </a:p>
          <a:p>
            <a:r>
              <a:t>✔ Protected with Password</a:t>
            </a:r>
          </a:p>
          <a:p>
            <a:r>
              <a:t>✔ Automatically updates data files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DB6CCDB7-DF24-7A58-38A5-97E648E3F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Panel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✔ User can vote for a candidate</a:t>
            </a:r>
          </a:p>
          <a:p>
            <a:r>
              <a:rPr dirty="0"/>
              <a:t>✔ Must enter Name and 13-digit CNIC</a:t>
            </a:r>
          </a:p>
          <a:p>
            <a:r>
              <a:rPr dirty="0"/>
              <a:t>✔ CNIC checked to prevent duplicate voting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6613895B-5F1E-9A4E-A7EC-2A0ADB79E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• candidates.txt: Stores candidates</a:t>
            </a:r>
          </a:p>
          <a:p>
            <a:r>
              <a:rPr dirty="0"/>
              <a:t>All files load automatically when program starts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93F5F851-8D46-C370-424E-067176559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Important C Functions in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lang="en-US" dirty="0"/>
              <a:t>int addcandidate( ); - Add candidate</a:t>
            </a:r>
          </a:p>
          <a:p>
            <a:r>
              <a:rPr lang="en-US" dirty="0"/>
              <a:t>void </a:t>
            </a:r>
            <a:r>
              <a:rPr lang="en-US" dirty="0" err="1"/>
              <a:t>viewCandidates</a:t>
            </a:r>
            <a:r>
              <a:rPr lang="en-US" dirty="0"/>
              <a:t>( ); - view candidate list</a:t>
            </a:r>
          </a:p>
          <a:p>
            <a:r>
              <a:rPr lang="en-US" dirty="0"/>
              <a:t>void </a:t>
            </a:r>
            <a:r>
              <a:rPr lang="en-US" dirty="0" err="1"/>
              <a:t>showResults</a:t>
            </a:r>
            <a:r>
              <a:rPr lang="en-US" dirty="0"/>
              <a:t>( ); calculate &amp; determine winner</a:t>
            </a:r>
          </a:p>
          <a:p>
            <a:r>
              <a:rPr lang="en-US" dirty="0"/>
              <a:t>void </a:t>
            </a:r>
            <a:r>
              <a:rPr lang="en-US" dirty="0" err="1"/>
              <a:t>deleteCandidate</a:t>
            </a:r>
            <a:r>
              <a:rPr lang="en-US" dirty="0"/>
              <a:t>( ); - Delete Candidate</a:t>
            </a:r>
          </a:p>
          <a:p>
            <a:r>
              <a:rPr lang="en-US" dirty="0"/>
              <a:t>int isValidName( ); - Validates name</a:t>
            </a:r>
          </a:p>
          <a:p>
            <a:r>
              <a:rPr lang="en-US" dirty="0"/>
              <a:t>void showVotes( ); - show who voted for whom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345105DC-3C4A-1B8D-089C-C05FCA3C4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6F8A-805C-C54F-A8CD-46FB2D93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 Functions in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1A8A3-7E9B-7363-5DD4-237247D5E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</a:t>
            </a:r>
            <a:r>
              <a:rPr lang="en-US" dirty="0" err="1"/>
              <a:t>saveCandidateToFile</a:t>
            </a:r>
            <a:r>
              <a:rPr lang="en-US" dirty="0"/>
              <a:t>( ); - save candidate name in .txt file.</a:t>
            </a:r>
          </a:p>
          <a:p>
            <a:r>
              <a:rPr lang="en-US" dirty="0"/>
              <a:t>void </a:t>
            </a:r>
            <a:r>
              <a:rPr lang="en-US" dirty="0" err="1"/>
              <a:t>rewriteCandidatesFile</a:t>
            </a:r>
            <a:r>
              <a:rPr lang="en-US" dirty="0"/>
              <a:t>( ); - Update Candidate list in .txt file.</a:t>
            </a:r>
          </a:p>
          <a:p>
            <a:r>
              <a:rPr lang="en-US" dirty="0"/>
              <a:t>int </a:t>
            </a:r>
            <a:r>
              <a:rPr lang="en-US" dirty="0" err="1"/>
              <a:t>loadCandidatesFromFile</a:t>
            </a:r>
            <a:r>
              <a:rPr lang="en-US" dirty="0"/>
              <a:t>( );- load .txt contents in to the code.</a:t>
            </a:r>
          </a:p>
          <a:p>
            <a:endParaRPr lang="en-US" dirty="0"/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3F364C45-7E3E-94F2-5EA2-F9895CB95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694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34B6-F5CD-44F6-68CF-5A51BCF9C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Voting Platform: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914591-06C6-D97F-5DB0-020CBCBBD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199" y="2336800"/>
            <a:ext cx="6730565" cy="3598863"/>
          </a:xfrm>
          <a:prstGeom prst="rect">
            <a:avLst/>
          </a:prstGeom>
        </p:spPr>
      </p:pic>
      <p:pic>
        <p:nvPicPr>
          <p:cNvPr id="6" name="Picture 4" descr="Blockchain Technology for Secure Voting System - Rejolut">
            <a:extLst>
              <a:ext uri="{FF2B5EF4-FFF2-40B4-BE49-F238E27FC236}">
                <a16:creationId xmlns:a16="http://schemas.microsoft.com/office/drawing/2014/main" id="{19E9CB7E-ED6C-7DC9-A29C-0980D5E51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905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addcandidate() – </a:t>
            </a:r>
            <a:r>
              <a:rPr dirty="0" err="1"/>
              <a:t>Detaile</a:t>
            </a:r>
            <a:r>
              <a:rPr lang="en-US" dirty="0" err="1"/>
              <a:t>s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702" y="2336873"/>
            <a:ext cx="6887389" cy="3599316"/>
          </a:xfrm>
        </p:spPr>
        <p:txBody>
          <a:bodyPr/>
          <a:lstStyle/>
          <a:p>
            <a:endParaRPr dirty="0"/>
          </a:p>
          <a:p>
            <a:r>
              <a:rPr dirty="0"/>
              <a:t>1. Checks admin password</a:t>
            </a:r>
          </a:p>
          <a:p>
            <a:r>
              <a:rPr dirty="0"/>
              <a:t>2. Takes candidate name</a:t>
            </a:r>
          </a:p>
          <a:p>
            <a:r>
              <a:rPr dirty="0"/>
              <a:t>3. Verifies name has no numbers</a:t>
            </a:r>
          </a:p>
          <a:p>
            <a:r>
              <a:rPr dirty="0"/>
              <a:t>4. Saves to array + writes to candidates.txt</a:t>
            </a:r>
          </a:p>
          <a:p>
            <a:r>
              <a:rPr dirty="0"/>
              <a:t>5. Increases total candidate count</a:t>
            </a:r>
            <a:endParaRPr lang="en-US" dirty="0"/>
          </a:p>
          <a:p>
            <a:endParaRPr dirty="0"/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01FD6112-CDE6-2E9A-DB82-776902652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EAB4-B08D-1D60-EDEC-B0EC4203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Candidate: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F43879-9907-2A9B-8E1F-C37256AE3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268" y="2336800"/>
            <a:ext cx="6432426" cy="1911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E19290-B020-4FD1-DF75-B548AE276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68" y="4639272"/>
            <a:ext cx="6432426" cy="1695687"/>
          </a:xfrm>
          <a:prstGeom prst="rect">
            <a:avLst/>
          </a:prstGeom>
        </p:spPr>
      </p:pic>
      <p:pic>
        <p:nvPicPr>
          <p:cNvPr id="9" name="Picture 4" descr="Blockchain Technology for Secure Voting System - Rejolut">
            <a:extLst>
              <a:ext uri="{FF2B5EF4-FFF2-40B4-BE49-F238E27FC236}">
                <a16:creationId xmlns:a16="http://schemas.microsoft.com/office/drawing/2014/main" id="{EFC0B3D9-14C0-22FD-35EE-063B373BD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749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deleteCandidate</a:t>
            </a:r>
            <a:r>
              <a:rPr dirty="0"/>
              <a:t>() – </a:t>
            </a:r>
            <a:r>
              <a:rPr dirty="0" err="1"/>
              <a:t>Detaile</a:t>
            </a:r>
            <a:r>
              <a:rPr lang="en-US" dirty="0" err="1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1. Password authentication</a:t>
            </a:r>
          </a:p>
          <a:p>
            <a:r>
              <a:rPr dirty="0"/>
              <a:t>2. Shows list of all candidates</a:t>
            </a:r>
          </a:p>
          <a:p>
            <a:r>
              <a:rPr dirty="0"/>
              <a:t>3. User enters number to delete</a:t>
            </a:r>
          </a:p>
          <a:p>
            <a:r>
              <a:rPr dirty="0"/>
              <a:t>4. Shifts array elements upward</a:t>
            </a:r>
          </a:p>
          <a:p>
            <a:r>
              <a:rPr dirty="0"/>
              <a:t>5. Updates candidates.txt by rewriting file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EA043137-905A-0061-8327-0A4109EF6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74FC-B2A5-6622-1165-DB029D5FB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639" y="753228"/>
            <a:ext cx="4776341" cy="1080938"/>
          </a:xfrm>
        </p:spPr>
        <p:txBody>
          <a:bodyPr/>
          <a:lstStyle/>
          <a:p>
            <a:r>
              <a:rPr lang="en-US" dirty="0"/>
              <a:t>Deleting a candidate: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17F15D-C921-D281-76E4-8D4447DFF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792222"/>
            <a:ext cx="4194175" cy="3019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1A9CA7-2B7E-ED9C-24FD-E2EA4700F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807" y="2792222"/>
            <a:ext cx="3735024" cy="3019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8FB412-E687-BF1D-1B01-0006AD244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291" y="2206172"/>
            <a:ext cx="1648055" cy="371527"/>
          </a:xfrm>
          <a:prstGeom prst="rect">
            <a:avLst/>
          </a:prstGeom>
        </p:spPr>
      </p:pic>
      <p:pic>
        <p:nvPicPr>
          <p:cNvPr id="10" name="Picture 4" descr="Blockchain Technology for Secure Voting System - Rejolut">
            <a:extLst>
              <a:ext uri="{FF2B5EF4-FFF2-40B4-BE49-F238E27FC236}">
                <a16:creationId xmlns:a16="http://schemas.microsoft.com/office/drawing/2014/main" id="{D50CB65C-1E59-0142-962E-E51329C6E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117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1ECF-6637-3AD9-FD52-9BF1F676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ViewCandidate</a:t>
            </a:r>
            <a:r>
              <a:rPr lang="en-US" dirty="0"/>
              <a:t>() –</a:t>
            </a:r>
            <a:r>
              <a:rPr lang="en-US" dirty="0" err="1"/>
              <a:t>Detailes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E6E99-E281-B5A1-84F4-CB048F8E1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336873"/>
            <a:ext cx="6887389" cy="182253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1.Checks if there are candidate stored or not.</a:t>
            </a:r>
          </a:p>
          <a:p>
            <a:endParaRPr lang="en-US" dirty="0"/>
          </a:p>
          <a:p>
            <a:r>
              <a:rPr lang="en-US" dirty="0"/>
              <a:t>2.If stored, Shows list of all candidates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4FF37-CE07-707F-A2B2-8E0637FDF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727" y="4338764"/>
            <a:ext cx="5999356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85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User enters name</a:t>
            </a:r>
          </a:p>
          <a:p>
            <a:r>
              <a:t>2. User enters 13-digit CNIC</a:t>
            </a:r>
          </a:p>
          <a:p>
            <a:r>
              <a:t>3. CNIC checked against previous voters</a:t>
            </a:r>
          </a:p>
          <a:p>
            <a:r>
              <a:t>4. Displays candidate list</a:t>
            </a:r>
          </a:p>
          <a:p>
            <a:r>
              <a:t>5. User selects candidate number</a:t>
            </a:r>
          </a:p>
          <a:p>
            <a:r>
              <a:t>6. Vote saved in votes array + stored in file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6DDE4E38-5890-4FC1-3D0F-64DB38DEB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CC559-A552-4ED3-83D6-81F7DB96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Voting: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4D5DEC5-F59C-D783-349D-775E0D74C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065" y="2336800"/>
            <a:ext cx="5564833" cy="3598863"/>
          </a:xfrm>
          <a:prstGeom prst="rect">
            <a:avLst/>
          </a:prstGeom>
        </p:spPr>
      </p:pic>
      <p:pic>
        <p:nvPicPr>
          <p:cNvPr id="10" name="Picture 4" descr="Blockchain Technology for Secure Voting System - Rejolut">
            <a:extLst>
              <a:ext uri="{FF2B5EF4-FFF2-40B4-BE49-F238E27FC236}">
                <a16:creationId xmlns:a16="http://schemas.microsoft.com/office/drawing/2014/main" id="{1621B595-9C29-F9E0-9160-3B531F30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352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showResults()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Displays each candidate and their vote count</a:t>
            </a:r>
          </a:p>
          <a:p>
            <a:r>
              <a:t>Finds the candidate with maximum votes</a:t>
            </a:r>
          </a:p>
          <a:p>
            <a:r>
              <a:t>Prints the winner name + vote count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80D6C6B4-C28D-3D3B-DF64-A89C40733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14A0-6C17-7985-659C-565A82FB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Result: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6E5351-FE3F-5CD0-8173-1E539DB06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446" y="3450620"/>
            <a:ext cx="5665677" cy="3146429"/>
          </a:xfrm>
          <a:prstGeom prst="rect">
            <a:avLst/>
          </a:prstGeom>
        </p:spPr>
      </p:pic>
      <p:pic>
        <p:nvPicPr>
          <p:cNvPr id="6" name="Picture 4" descr="Blockchain Technology for Secure Voting System - Rejolut">
            <a:extLst>
              <a:ext uri="{FF2B5EF4-FFF2-40B4-BE49-F238E27FC236}">
                <a16:creationId xmlns:a16="http://schemas.microsoft.com/office/drawing/2014/main" id="{4A393768-C065-DDC0-6CF7-924CDC03F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1037AC-EEC0-D1F3-FF42-2220EC9B623F}"/>
              </a:ext>
            </a:extLst>
          </p:cNvPr>
          <p:cNvSpPr txBox="1"/>
          <p:nvPr/>
        </p:nvSpPr>
        <p:spPr>
          <a:xfrm>
            <a:off x="531639" y="2051824"/>
            <a:ext cx="7101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✔ User can vote for a candidate</a:t>
            </a:r>
          </a:p>
          <a:p>
            <a:r>
              <a:rPr lang="en-US" dirty="0"/>
              <a:t>✔ Must enter Name and 13-digit CNIC</a:t>
            </a:r>
          </a:p>
          <a:p>
            <a:r>
              <a:rPr lang="en-US" dirty="0"/>
              <a:t>✔ CNIC checked to prevent duplicate voting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3975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showVotes()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Displays list of all voters</a:t>
            </a:r>
          </a:p>
          <a:p>
            <a:r>
              <a:t>Shows which candidate they voted for</a:t>
            </a:r>
          </a:p>
          <a:p>
            <a:r>
              <a:t>Data fetched from arrays and files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A10F42B5-21C8-D852-981D-5DF022D5E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0ABF-8D99-BB76-090A-D48389FAD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voted for whom 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182584-F813-9832-9F7B-0D4272924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346" y="2416729"/>
            <a:ext cx="4620270" cy="3439005"/>
          </a:xfrm>
          <a:prstGeom prst="rect">
            <a:avLst/>
          </a:prstGeom>
        </p:spPr>
      </p:pic>
      <p:pic>
        <p:nvPicPr>
          <p:cNvPr id="6" name="Picture 4" descr="Blockchain Technology for Secure Voting System - Rejolut">
            <a:extLst>
              <a:ext uri="{FF2B5EF4-FFF2-40B4-BE49-F238E27FC236}">
                <a16:creationId xmlns:a16="http://schemas.microsoft.com/office/drawing/2014/main" id="{AE1F0B19-7799-85E5-679C-AB1630311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0701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✔ Password protection for admin</a:t>
            </a:r>
          </a:p>
          <a:p>
            <a:r>
              <a:t>✔ No voter can vote twice</a:t>
            </a:r>
          </a:p>
          <a:p>
            <a:r>
              <a:t>✔ CNIC format validation (13 digits)</a:t>
            </a:r>
          </a:p>
          <a:p>
            <a:r>
              <a:t>✔ Safe file writing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EE908-EC52-6FB8-9EA9-B30701EC7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938" y="4926398"/>
            <a:ext cx="6791972" cy="1512498"/>
          </a:xfrm>
          <a:prstGeom prst="rect">
            <a:avLst/>
          </a:prstGeom>
        </p:spPr>
      </p:pic>
      <p:pic>
        <p:nvPicPr>
          <p:cNvPr id="6" name="Picture 4" descr="Blockchain Technology for Secure Voting System - Rejolut">
            <a:extLst>
              <a:ext uri="{FF2B5EF4-FFF2-40B4-BE49-F238E27FC236}">
                <a16:creationId xmlns:a16="http://schemas.microsoft.com/office/drawing/2014/main" id="{23357D73-3E96-E303-79D8-EA430B29B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572E-3E03-75AB-145E-25CB20344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&amp; Future Prospect: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AEA47-6006-2D1A-BDFB-7223D4802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Handling can be improved for full data storage.</a:t>
            </a:r>
          </a:p>
          <a:p>
            <a:r>
              <a:rPr lang="en-US" dirty="0"/>
              <a:t>Limited size of array which limit users and candidates.</a:t>
            </a:r>
          </a:p>
          <a:p>
            <a:r>
              <a:rPr lang="en-US" dirty="0"/>
              <a:t>Security Can be more enhanced.</a:t>
            </a:r>
          </a:p>
          <a:p>
            <a:r>
              <a:rPr lang="en-US" dirty="0"/>
              <a:t>GUI can be added.</a:t>
            </a:r>
          </a:p>
          <a:p>
            <a:endParaRPr lang="en-US" dirty="0"/>
          </a:p>
        </p:txBody>
      </p:sp>
      <p:pic>
        <p:nvPicPr>
          <p:cNvPr id="7" name="Picture 4" descr="Blockchain Technology for Secure Voting System - Rejolut">
            <a:extLst>
              <a:ext uri="{FF2B5EF4-FFF2-40B4-BE49-F238E27FC236}">
                <a16:creationId xmlns:a16="http://schemas.microsoft.com/office/drawing/2014/main" id="{331BAA4B-848B-A000-3C97-A39ADE513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1321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Flow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→ Load Files → Display Menu → User/Admin Choice →</a:t>
            </a:r>
          </a:p>
          <a:p>
            <a:r>
              <a:t>Perform Action → Update Files → Loop Until Exit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F7130E72-0803-EB4D-93E8-0ECB69713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Fully functional voting management system</a:t>
            </a:r>
          </a:p>
          <a:p>
            <a:r>
              <a:rPr dirty="0"/>
              <a:t>Uses arrays + file handling for data persistence</a:t>
            </a:r>
          </a:p>
        </p:txBody>
      </p:sp>
      <p:pic>
        <p:nvPicPr>
          <p:cNvPr id="4" name="Picture 4" descr="Blockchain Technology for Secure Voting System - Rejolut">
            <a:extLst>
              <a:ext uri="{FF2B5EF4-FFF2-40B4-BE49-F238E27FC236}">
                <a16:creationId xmlns:a16="http://schemas.microsoft.com/office/drawing/2014/main" id="{9C5AEA39-528F-971B-1657-83F0658EF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103" y="620457"/>
            <a:ext cx="1510897" cy="134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F155C-A02B-BDE5-37D1-CC0880345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3601844"/>
            <a:ext cx="8041888" cy="2502927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Algerian" panose="04020705040A02060702" pitchFamily="82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88227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erli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Metadata/LabelInfo.xml><?xml version="1.0" encoding="utf-8"?>
<clbl:labelList xmlns:clbl="http://schemas.microsoft.com/office/2020/mipLabelMetadata">
  <clbl:label id="{e338c39f-4a60-4687-bb4e-7a787688f15b}" enabled="1" method="Standard" siteId="{4e49db75-f48a-4f2c-9598-93e0547fe77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74</TotalTime>
  <Words>576</Words>
  <Application>Microsoft Office PowerPoint</Application>
  <PresentationFormat>On-screen Show (4:3)</PresentationFormat>
  <Paragraphs>108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Algerian</vt:lpstr>
      <vt:lpstr>Arial</vt:lpstr>
      <vt:lpstr>Trebuchet MS</vt:lpstr>
      <vt:lpstr>Berlin</vt:lpstr>
      <vt:lpstr>Voting System Project (C Language)</vt:lpstr>
      <vt:lpstr>Project Introduction</vt:lpstr>
      <vt:lpstr>Main Modules</vt:lpstr>
      <vt:lpstr>Admin Panel Features</vt:lpstr>
      <vt:lpstr>User Panel Features</vt:lpstr>
      <vt:lpstr>File Management System</vt:lpstr>
      <vt:lpstr>Important C Functions in Project</vt:lpstr>
      <vt:lpstr>Important C Functions in Project</vt:lpstr>
      <vt:lpstr>Voting Platform:</vt:lpstr>
      <vt:lpstr>addcandidate() – Detailes:</vt:lpstr>
      <vt:lpstr>Add Candidate:</vt:lpstr>
      <vt:lpstr>deleteCandidate() – Detailes</vt:lpstr>
      <vt:lpstr>Deleting a candidate:</vt:lpstr>
      <vt:lpstr>ViewCandidate() –Detailes:</vt:lpstr>
      <vt:lpstr>Voting Process</vt:lpstr>
      <vt:lpstr>Voting:</vt:lpstr>
      <vt:lpstr>showResults() Function</vt:lpstr>
      <vt:lpstr>Show Result:</vt:lpstr>
      <vt:lpstr>showVotes() Function</vt:lpstr>
      <vt:lpstr>Who voted for whom :</vt:lpstr>
      <vt:lpstr>Security Features</vt:lpstr>
      <vt:lpstr>Limitation &amp; Future Prospect:</vt:lpstr>
      <vt:lpstr>Program Flow Summary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Mehboob Ahmed [CE(U)]</cp:lastModifiedBy>
  <cp:revision>6</cp:revision>
  <dcterms:created xsi:type="dcterms:W3CDTF">2013-01-27T09:14:16Z</dcterms:created>
  <dcterms:modified xsi:type="dcterms:W3CDTF">2025-11-26T06:56:21Z</dcterms:modified>
  <cp:category/>
</cp:coreProperties>
</file>